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72" r:id="rId2"/>
    <p:sldId id="257" r:id="rId3"/>
    <p:sldId id="276" r:id="rId4"/>
    <p:sldId id="273" r:id="rId5"/>
    <p:sldId id="261" r:id="rId6"/>
    <p:sldId id="274" r:id="rId7"/>
    <p:sldId id="277" r:id="rId8"/>
    <p:sldId id="278" r:id="rId9"/>
    <p:sldId id="271" r:id="rId10"/>
    <p:sldId id="264" r:id="rId11"/>
    <p:sldId id="275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>
        <p:scale>
          <a:sx n="86" d="100"/>
          <a:sy n="86" d="100"/>
        </p:scale>
        <p:origin x="-102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7FB8B-39AC-45E1-AA01-DBB41369E31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4F104-2527-4C36-96C1-EE83BF577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96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728A42-DC40-8C11-9613-11BAADA3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880" y="770919"/>
            <a:ext cx="5039254" cy="549882"/>
          </a:xfrm>
        </p:spPr>
        <p:txBody>
          <a:bodyPr>
            <a:normAutofit fontScale="90000"/>
          </a:bodyPr>
          <a:lstStyle/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125374-4A71-68C6-ADA7-497E74520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770919"/>
            <a:ext cx="9905998" cy="4622800"/>
          </a:xfrm>
        </p:spPr>
        <p:txBody>
          <a:bodyPr/>
          <a:lstStyle/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Required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Working Module.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Components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100000"/>
              </a:lnSpc>
            </a:pPr>
            <a:endParaRPr lang="en-IN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819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8D9A1-15C9-BF42-C1AE-0EA3DAE35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9171" y="381001"/>
            <a:ext cx="8256813" cy="778328"/>
          </a:xfrm>
        </p:spPr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4B63FF-2039-B620-63C8-75243BA57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9171" y="1393372"/>
            <a:ext cx="8588828" cy="5464628"/>
          </a:xfrm>
        </p:spPr>
        <p:txBody>
          <a:bodyPr>
            <a:normAutofit/>
          </a:bodyPr>
          <a:lstStyle/>
          <a:p>
            <a:pPr algn="l"/>
            <a:r>
              <a:rPr lang="en-US" sz="1200" b="0" i="0" cap="none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focuses on enhancing the effectiveness of electric vehicle battery management systems with charge monitor and fire protection using IOT</a:t>
            </a:r>
          </a:p>
          <a:p>
            <a:pPr algn="l"/>
            <a:r>
              <a:rPr lang="en-US" sz="1200" cap="non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200" b="0" i="0" cap="none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 key innovations: </a:t>
            </a:r>
          </a:p>
          <a:p>
            <a:pPr marL="514350" indent="-514350" algn="l">
              <a:buAutoNum type="arabicPeriod"/>
            </a:pPr>
            <a:r>
              <a:rPr lang="en-US" sz="1200" cap="non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200" b="0" i="0" cap="none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harge </a:t>
            </a:r>
            <a:r>
              <a:rPr lang="en-US" sz="1200" cap="non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200" b="0" i="0" cap="none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onitoring </a:t>
            </a:r>
          </a:p>
          <a:p>
            <a:pPr marL="514350" indent="-514350" algn="l">
              <a:buAutoNum type="arabicPeriod"/>
            </a:pPr>
            <a:r>
              <a:rPr lang="en-US" sz="1200" b="0" i="0" cap="none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 protection </a:t>
            </a:r>
            <a:endParaRPr lang="en-US" sz="1200" cap="none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0" i="0" cap="none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Charge Monitoring p</a:t>
            </a:r>
            <a:r>
              <a:rPr lang="en-US" sz="1200" cap="non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rovides us specified data of battery parameters such as current, voltage, temperature  and it is not only provided over a monitor using coding and IoT we can also monitor these parameters over our mobile phones.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0" i="0" cap="none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there would be any</a:t>
            </a:r>
            <a:r>
              <a:rPr lang="en-US" sz="1200" cap="non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disturbance in the desired parameter the auto-cut mode will be implied and the charging will stop immediately.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cap="non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 protection is a safety measure used to overcome the drawback of Li-ion battery for over heating, due to the  instructions fed to the Arduino UNO it provides a safety to the device as well as to the owner.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cap="non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If there is a case of over charging which is also a hazard to battery life due to smart charging the battery will be disconnected automatically from the charging mode.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cap="none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Similarly in case of over heating Fire protection mode will be on and it will provide different parameters to cool down the battery and saves the battery life of device.</a:t>
            </a:r>
          </a:p>
          <a:p>
            <a:pPr algn="l"/>
            <a:endParaRPr lang="en-IN" sz="1200" b="0" i="0" cap="none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055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D4176A-330A-A2FF-9B68-2C0FC215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18518"/>
            <a:ext cx="9905998" cy="727682"/>
          </a:xfrm>
        </p:spPr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B4BE55-E956-6773-E137-CC648DD3D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13" y="1346200"/>
            <a:ext cx="9905998" cy="4516642"/>
          </a:xfrm>
        </p:spPr>
        <p:txBody>
          <a:bodyPr>
            <a:normAutofit/>
          </a:bodyPr>
          <a:lstStyle/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Zhou Li. et al. in “ RESEARCH ON FIRE PROTECTION TEST TECHNOLOGY OF ELECTRIC VEHICLE POWER BATTERY SYSTEM ” has discussed that the thermal runaway process in EVs go through the heat storage stage and developed a model which monitor all the parameters for protecting the device.</a:t>
            </a:r>
          </a:p>
          <a:p>
            <a:pPr algn="just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Vekhande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et al. in “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BATTERY PARAMETER MONITORING SYSTEM FOR ELECTRIC VEHICLE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described that a system is developed with a real time scenario for the indication of the battery’s voltage , current and the remaining charge capacity can be calculated by using IoT and it also monitors the performance of the vehicle.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 V. K. et al. in “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MONITORING SYSTEM IN ELECTRIC VEHICLES BASED ON INTERNET OF THINGS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has proposed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Battery management system using advanced technology , central processor , interfacing devices and Node – Red  environments on the hardware platform. It is a real-time BMS using the coulomb counting methods for estimating State of Charge (SOC) and MQTT as a communication protocol based on messaging.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Sowmya G. et al. in “ EV BMS WITH CHARGE M ONITOR AND FIRE PROTECTION ” has discussed that BMS is one of the most essential part of any Electric Vehicle , not only to monitor the performance but also to protect the battery this model functions current , voltage measurements , state of charge (SOC) calculation , battery status calculation ,liquid crystal display (LCD),etc.</a:t>
            </a:r>
          </a:p>
          <a:p>
            <a:pPr algn="just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Hariprasad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et al. in “ BATTERY MANAGEMENT SYSTEM IN ELECTRIC VEHICLES ” has discussed about different states of battery charging as state of charge , state of health , state of life 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also discussed about the maximum capacity of a battery. In this model they used different techniques to monitor voltage , current and ambient temperature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possibility of the damage.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74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045B21-509F-7E93-A953-CDFF88267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required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EBEDF8D-059B-EDFE-9F0F-F3D6BE31665D}"/>
              </a:ext>
            </a:extLst>
          </p:cNvPr>
          <p:cNvSpPr txBox="1"/>
          <p:nvPr/>
        </p:nvSpPr>
        <p:spPr>
          <a:xfrm>
            <a:off x="1329266" y="987306"/>
            <a:ext cx="6739466" cy="4883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</a:t>
            </a: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(12V, Step Down)</a:t>
            </a:r>
          </a:p>
          <a:p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Voltage Regulator (5V)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Arduino UNO 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Temperature Sensor 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Voltage Sensor 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Current Sensor 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Relay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Buzzer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Li-ion Battery Cell 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Brushless DC Motor 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 Fan (12V DC) 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12. ESP8266 Wi-Fi Module 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13. LCD Display </a:t>
            </a:r>
            <a:endParaRPr lang="en-IN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34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E349D8-597E-7EF4-AC53-AF9D9CB9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81126"/>
            <a:ext cx="9905998" cy="502711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proposed Model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B07787B8-E1D9-AF6B-9FA0-D9987B9DD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3932" y="926569"/>
            <a:ext cx="6002867" cy="546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41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5725B3-9AA6-4515-C74C-8956923EA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399062"/>
            <a:ext cx="6749859" cy="890242"/>
          </a:xfrm>
        </p:spPr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E932FD-09FE-CF3A-4225-F365C4418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536" y="1178051"/>
            <a:ext cx="10123867" cy="4501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This proposed system consist of  Arduino microcontroller that connects to an Android app through a Wi-Fi module.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230V 50Hz AC supply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needed to start the process.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12-0-12 , 1.5 Amp Transformer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step down the voltage which is fed to voltage regulator.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7805 Voltage regulator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regulate the voltage up to 5 V which is given to  Relays and Arduino UNO.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 relays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switch on or off the charging of Li-Ion Battery.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Li-ion battery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balanced charged using a 3 cell li-ion battery charging circuit.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battery temperature is measured using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LM35 temperature sensor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attached to an Arduino's analog pin and indicates high temperature when it crosses 45° 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connected to the Arduino is automatically turned on to reduce the battery temperature.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battery voltage is measured using a voltage sensor, and the results are shown on the app as well as on the LED screen.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is also monitored by current sensor and displayed.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5v relay linked to the Arduino Uno is turned off when an over temperature is detected, cutting off power to the battery and BLDC motor stops rotating.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 can also be done by Android phone using IP address of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Module ESP2866.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385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3F2A5E-9179-55BC-11A4-9EE21324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51696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of the simulation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314B3E6-96A4-D094-5E43-E2AB03036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2" y="1170214"/>
            <a:ext cx="9905998" cy="568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70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54E4A1-35A4-5151-5321-47DE3DD23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6643" y="1023258"/>
            <a:ext cx="8681356" cy="457200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Paper Presented in 3</a:t>
            </a:r>
            <a:r>
              <a:rPr lang="en-IN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conference GLA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3CC739D-7CF1-B980-E7BA-EF410B9BA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0186" y="1567543"/>
            <a:ext cx="8637813" cy="3690257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our review paper in 3</a:t>
            </a:r>
            <a:r>
              <a:rPr lang="en-IN" sz="1400" cap="none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IN" sz="1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Conference </a:t>
            </a:r>
            <a:r>
              <a:rPr lang="en-IN" sz="14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</a:t>
            </a:r>
            <a:r>
              <a:rPr lang="en-IN" sz="1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Mathura On 22</a:t>
            </a:r>
            <a:r>
              <a:rPr lang="en-IN" sz="1400" cap="none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Feb,2024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Currently working over the simulation process as well as the working model.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Soon we will generate a research paper over the results which will be applicable after results provided by the simulation.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some technical Issue regarding the simulation on which we are working and soon the results will be seen.</a:t>
            </a:r>
          </a:p>
          <a:p>
            <a:pPr>
              <a:buClr>
                <a:schemeClr val="tx1"/>
              </a:buClr>
            </a:pPr>
            <a:r>
              <a:rPr lang="en-IN" sz="1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8974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43ABC4-3F2E-F3C1-5290-9D5EB48D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77" y="823346"/>
            <a:ext cx="8688387" cy="410182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ED0300-86A8-609A-B552-A061C0B480E4}"/>
              </a:ext>
            </a:extLst>
          </p:cNvPr>
          <p:cNvSpPr txBox="1"/>
          <p:nvPr/>
        </p:nvSpPr>
        <p:spPr>
          <a:xfrm flipH="1">
            <a:off x="965110" y="1407610"/>
            <a:ext cx="96013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Conclusively,  an effective and efficient protection model for Electric Vehicles can be made to avoid unnecessary and hazardous accidents. Some of the key outcomes are mentioned bellow :-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temperature can be maintained for suitable working of Lithium – ion batteries.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can be saved from short circuits by receiving an alarm on android smartphone.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remote monitoring system helps to save man power and also time saving.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increase battery life because due to high temperature electrolyte gassing reaction occurs.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016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F4B6BC-01A9-6383-5C84-AFD24733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00814"/>
            <a:ext cx="9436325" cy="448281"/>
          </a:xfrm>
        </p:spPr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7ED469-3981-DAAE-141F-7DA73E8F6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149095"/>
            <a:ext cx="9905999" cy="56007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future scopes represent ongoing efforts to enhance electric vehicle technology, infrastructure, and sustainability, ensuring that electric vehicles remain a viable and eco-friendly transportation option as they become more prevalent in the automotive industry.</a:t>
            </a:r>
          </a:p>
          <a:p>
            <a:pPr marL="0" indent="0" algn="just">
              <a:buNone/>
            </a:pPr>
            <a:endParaRPr lang="en-US" sz="12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Recycling.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Sustainability</a:t>
            </a:r>
          </a:p>
          <a:p>
            <a:pPr algn="just"/>
            <a:r>
              <a:rPr lang="en-US" sz="1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Energy Density: Fast Charging Infrastructure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Integration</a:t>
            </a:r>
          </a:p>
          <a:p>
            <a:pPr marL="0" indent="0" algn="just">
              <a:buNone/>
            </a:pPr>
            <a:endParaRPr lang="en-US" sz="1200" i="0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57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D8A7FCC-96DF-DD87-FDB5-0002D4E1287A}"/>
              </a:ext>
            </a:extLst>
          </p:cNvPr>
          <p:cNvSpPr txBox="1"/>
          <p:nvPr/>
        </p:nvSpPr>
        <p:spPr>
          <a:xfrm flipH="1">
            <a:off x="1090246" y="553915"/>
            <a:ext cx="9606826" cy="357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9E37F14-83CA-6F7D-FEB9-DF9D57252682}"/>
              </a:ext>
            </a:extLst>
          </p:cNvPr>
          <p:cNvSpPr txBox="1"/>
          <p:nvPr/>
        </p:nvSpPr>
        <p:spPr>
          <a:xfrm>
            <a:off x="1015999" y="1092200"/>
            <a:ext cx="101600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755" algn="just">
              <a:spcBef>
                <a:spcPts val="5"/>
              </a:spcBef>
              <a:spcAft>
                <a:spcPts val="0"/>
              </a:spcAft>
              <a:tabLst>
                <a:tab pos="30734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[1].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Zhou Li and Liao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Chenglong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Research on fire performance test technol-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ogy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electric vehicle power battery system. In 2022 2nd 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InternationalSignal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Processing, Communications and Engineering Management Con-</a:t>
            </a:r>
            <a:r>
              <a:rPr lang="en-US" sz="1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ference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(ISPCEM), pages 340–344. IEEE, 2022</a:t>
            </a:r>
          </a:p>
          <a:p>
            <a:pPr marL="71755" algn="just">
              <a:spcBef>
                <a:spcPts val="5"/>
              </a:spcBef>
              <a:spcAft>
                <a:spcPts val="0"/>
              </a:spcAft>
              <a:tabLst>
                <a:tab pos="307340" algn="l"/>
              </a:tabLst>
            </a:pP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" algn="just">
              <a:spcBef>
                <a:spcPts val="5"/>
              </a:spcBef>
              <a:spcAft>
                <a:spcPts val="0"/>
              </a:spcAft>
              <a:tabLst>
                <a:tab pos="307340" algn="l"/>
              </a:tabLst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[2]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Jiang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inru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Zhang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uanxing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aoyong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Diao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spc="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iaohong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2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2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Zhang</a:t>
            </a:r>
            <a:r>
              <a:rPr lang="en-US" sz="12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ing.</a:t>
            </a:r>
            <a:r>
              <a:rPr lang="en-US" sz="12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r>
              <a:rPr lang="en-US" sz="12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200" spc="4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charging</a:t>
            </a:r>
            <a:r>
              <a:rPr lang="en-US" sz="1200" spc="4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safety</a:t>
            </a:r>
            <a:r>
              <a:rPr lang="en-US" sz="1200" spc="-2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optimization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vehicles.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2020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6th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Conference on Computer and Communications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(ICCC),</a:t>
            </a:r>
            <a:r>
              <a:rPr lang="en-US" sz="1200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pages</a:t>
            </a:r>
            <a:r>
              <a:rPr lang="en-US" sz="12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2382–2385.</a:t>
            </a:r>
            <a:r>
              <a:rPr lang="en-US" sz="1200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IEEE,</a:t>
            </a:r>
            <a:r>
              <a:rPr lang="en-US" sz="12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2020.</a:t>
            </a:r>
          </a:p>
          <a:p>
            <a:pPr marL="71755" algn="just">
              <a:spcBef>
                <a:spcPts val="5"/>
              </a:spcBef>
              <a:spcAft>
                <a:spcPts val="0"/>
              </a:spcAft>
              <a:tabLst>
                <a:tab pos="307340" algn="l"/>
              </a:tabLst>
            </a:pP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1755" algn="just">
              <a:spcBef>
                <a:spcPts val="5"/>
              </a:spcBef>
              <a:spcAft>
                <a:spcPts val="0"/>
              </a:spcAft>
              <a:tabLst>
                <a:tab pos="30734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[3]. S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Castano,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Serrano-Jimenez,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Sanz.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BMS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influence on li-ion packs characterization and modeling. In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2016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16th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</a:t>
            </a:r>
            <a:r>
              <a:rPr lang="en-US" sz="12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Conference</a:t>
            </a:r>
            <a:r>
              <a:rPr lang="en-US" sz="12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2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Environment</a:t>
            </a:r>
            <a:r>
              <a:rPr lang="en-US" sz="1200" spc="-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2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Electrical Engineering</a:t>
            </a:r>
            <a:r>
              <a:rPr lang="en-US" sz="12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(EEEIC),</a:t>
            </a:r>
            <a:r>
              <a:rPr lang="en-US" sz="12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pages</a:t>
            </a:r>
            <a:r>
              <a:rPr lang="en-US" sz="12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1–6.</a:t>
            </a:r>
            <a:r>
              <a:rPr lang="en-US" sz="12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IEEE,</a:t>
            </a:r>
            <a:r>
              <a:rPr lang="en-US" sz="12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2016.</a:t>
            </a:r>
          </a:p>
          <a:p>
            <a:pPr marL="71755" algn="just">
              <a:spcBef>
                <a:spcPts val="5"/>
              </a:spcBef>
              <a:spcAft>
                <a:spcPts val="0"/>
              </a:spcAft>
              <a:tabLst>
                <a:tab pos="307340" algn="l"/>
              </a:tabLst>
            </a:pP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7950" algn="just">
              <a:spcBef>
                <a:spcPts val="5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[4]. Carlos Vidal, Pawel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Malysz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Phillip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Kollmeyer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Ali Emadi. Machine learning applied to electrified vehicle battery state of charge and state of health estimation: State-of-the-art. </a:t>
            </a:r>
            <a:r>
              <a:rPr lang="en-US" sz="12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IEEE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Access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8:52796–52814, 2020.</a:t>
            </a:r>
          </a:p>
          <a:p>
            <a:pPr marL="107950" algn="just">
              <a:spcBef>
                <a:spcPts val="5"/>
              </a:spcBef>
              <a:spcAft>
                <a:spcPts val="0"/>
              </a:spcAft>
            </a:pP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7950" algn="just">
              <a:spcBef>
                <a:spcPts val="5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[5]. Pankhuri Kaushik and   Manjeet   Singh.   Analysis and evaluation characteristics for li-ion battery with impacts of ambient temperature on pure electric vehicle. In 2023 International Conference on Future Energy Solutions (FES), pages 1–6. IEEE, 2023.</a:t>
            </a:r>
          </a:p>
          <a:p>
            <a:pPr marL="107950" algn="just">
              <a:spcBef>
                <a:spcPts val="5"/>
              </a:spcBef>
              <a:spcAft>
                <a:spcPts val="0"/>
              </a:spcAft>
            </a:pP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7950" algn="just">
              <a:spcBef>
                <a:spcPts val="5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[6]. Amit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Adhikaree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Taesic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Kim, Jitendra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Vagdoda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Ochoa, Patrick J Hernandez, and Young Lee. Cloud-based battery condition monitoring platform for large-scale lithium- ion battery energy storage systems using internet-of-things (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In 2017 IEEE Energy Conversion Congress and Exposition (ECCE), pages 1004–1009. IEEE, 2017.</a:t>
            </a:r>
          </a:p>
          <a:p>
            <a:pPr marL="107950" algn="just">
              <a:spcBef>
                <a:spcPts val="5"/>
              </a:spcBef>
              <a:spcAft>
                <a:spcPts val="0"/>
              </a:spcAft>
            </a:pP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[7].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Gelareh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Javid, Michel Basset, and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Djaffar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Ould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Abdeslam. Adaptive online gated recurrent unit for lithium- ion battery soc estimation. In IECON 2020 The </a:t>
            </a:r>
          </a:p>
          <a:p>
            <a:pPr algn="just"/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46th Annual Conference of the IEEE Industrial Electronics Society, pages 3583–3587. IEEE, 2020</a:t>
            </a:r>
          </a:p>
          <a:p>
            <a:pPr algn="just"/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93368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E84857-EAA9-AC4F-40B7-101CE10F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8696854" cy="4105883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43E25E-7E24-B155-3384-CC1FED1B7F6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-635000" y="-160867"/>
            <a:ext cx="49213" cy="160867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4533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4455</TotalTime>
  <Words>1418</Words>
  <Application>Microsoft Office PowerPoint</Application>
  <PresentationFormat>Custom</PresentationFormat>
  <Paragraphs>94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Circuit</vt:lpstr>
      <vt:lpstr> Table of content  </vt:lpstr>
      <vt:lpstr>Introduction</vt:lpstr>
      <vt:lpstr>Literature survey</vt:lpstr>
      <vt:lpstr>  Components required</vt:lpstr>
      <vt:lpstr>Block diagram of proposed Model</vt:lpstr>
      <vt:lpstr>Description of components</vt:lpstr>
      <vt:lpstr>Layout of the simulation </vt:lpstr>
      <vt:lpstr>Review Paper Presented in 3rd international conference GLA</vt:lpstr>
      <vt:lpstr>Conclusion</vt:lpstr>
      <vt:lpstr>Future scope</vt:lpstr>
      <vt:lpstr>PowerPoint Presentation</vt:lpstr>
      <vt:lpstr>  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Rajkiya engineering college kannauj</dc:title>
  <dc:creator>Aparna Tiwari</dc:creator>
  <cp:lastModifiedBy>hp</cp:lastModifiedBy>
  <cp:revision>28</cp:revision>
  <dcterms:created xsi:type="dcterms:W3CDTF">2023-10-03T03:42:09Z</dcterms:created>
  <dcterms:modified xsi:type="dcterms:W3CDTF">2025-12-10T08:06:05Z</dcterms:modified>
</cp:coreProperties>
</file>